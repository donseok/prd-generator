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요구사항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사용자 인증 시스템</a:t>
            </a:r>
          </a:p>
          <a:p>
            <a:r>
              <a:t>2. 대시보드 UI 개발</a:t>
            </a:r>
          </a:p>
          <a:p>
            <a:r>
              <a:t>3. API 연동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